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94a51879a949b1" /><Relationship Type="http://schemas.openxmlformats.org/officeDocument/2006/relationships/extended-properties" Target="/docProps/app.xml" Id="Rb2aeeed614a1450f" /><Relationship Type="http://schemas.openxmlformats.org/officeDocument/2006/relationships/officeDocument" Target="/ppt/presentation.xml" Id="R6e6e41ec873444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4597bc715a4a8b"/>
  </p:sldMasterIdLst>
  <p:notesMasterIdLst>
    <p:notesMasterId xmlns:r="http://schemas.openxmlformats.org/officeDocument/2006/relationships" r:id="R198fb5726fb3467b"/>
  </p:notesMasterIdLst>
  <p:sldIdLst>
    <p:sldId xmlns:r="http://schemas.openxmlformats.org/officeDocument/2006/relationships" id="256" r:id="R3c136984ceeb4250"/>
    <p:sldId xmlns:r="http://schemas.openxmlformats.org/officeDocument/2006/relationships" id="257" r:id="Rd957532006124b9d"/>
    <p:sldId xmlns:r="http://schemas.openxmlformats.org/officeDocument/2006/relationships" id="258" r:id="R0a35e826684944f0"/>
    <p:sldId xmlns:r="http://schemas.openxmlformats.org/officeDocument/2006/relationships" id="259" r:id="Re1f276a99f2f4a9d"/>
    <p:sldId xmlns:r="http://schemas.openxmlformats.org/officeDocument/2006/relationships" id="260" r:id="R522087d3a5d4416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0527dd671e454d" /><Relationship Type="http://schemas.openxmlformats.org/officeDocument/2006/relationships/slideMaster" Target="/ppt/slideMasters/slideMaster1.xml" Id="R644597bc715a4a8b" /><Relationship Type="http://schemas.openxmlformats.org/officeDocument/2006/relationships/notesMaster" Target="/ppt/notesMasters/notesMaster1.xml" Id="R198fb5726fb3467b" /><Relationship Type="http://schemas.openxmlformats.org/officeDocument/2006/relationships/presProps" Target="/ppt/presProps.xml" Id="Re9acce6f0415496f" /><Relationship Type="http://schemas.openxmlformats.org/officeDocument/2006/relationships/tableStyles" Target="/ppt/tableStyles.xml" Id="Ra6c9449e87cf4683" /><Relationship Type="http://schemas.openxmlformats.org/officeDocument/2006/relationships/slide" Target="/ppt/slides/slide1.xml" Id="R3c136984ceeb4250" /><Relationship Type="http://schemas.openxmlformats.org/officeDocument/2006/relationships/slide" Target="/ppt/slides/slide2.xml" Id="Rd957532006124b9d" /><Relationship Type="http://schemas.openxmlformats.org/officeDocument/2006/relationships/slide" Target="/ppt/slides/slide3.xml" Id="R0a35e826684944f0" /><Relationship Type="http://schemas.openxmlformats.org/officeDocument/2006/relationships/slide" Target="/ppt/slides/slide4.xml" Id="Re1f276a99f2f4a9d" /><Relationship Type="http://schemas.openxmlformats.org/officeDocument/2006/relationships/slide" Target="/ppt/slides/slide5.xml" Id="R522087d3a5d441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f8c5d57f3d4f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5427f9fdd74f33" /><Relationship Type="http://schemas.openxmlformats.org/officeDocument/2006/relationships/notesMaster" Target="/ppt/notesMasters/notesMaster1.xml" Id="R5e3bd32860f04d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c4ba4f462b4aa3" /><Relationship Type="http://schemas.openxmlformats.org/officeDocument/2006/relationships/notesMaster" Target="/ppt/notesMasters/notesMaster1.xml" Id="R4f5a0030d44344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f893359cf24c89" /><Relationship Type="http://schemas.openxmlformats.org/officeDocument/2006/relationships/notesMaster" Target="/ppt/notesMasters/notesMaster1.xml" Id="R256fb0e019ec41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79fad40ab04d23" /><Relationship Type="http://schemas.openxmlformats.org/officeDocument/2006/relationships/notesMaster" Target="/ppt/notesMasters/notesMaster1.xml" Id="R37f36647831145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c35c2eb9d74288" /><Relationship Type="http://schemas.openxmlformats.org/officeDocument/2006/relationships/notesMaster" Target="/ppt/notesMasters/notesMaster1.xml" Id="R62d93204ed5246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교육용 가상 자료. 원본 다음주_업무메모.md의 기간·수치만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교육용 가상 자료. 원본 다음주_업무메모.md의 기간·수치만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교육용 가상 자료. 원본 다음주_업무메모.md의 기간·수치만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교육용 가상 자료. 원본 다음주_업무메모.md의 기간·수치만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참고: https://logitech-workshop.vercel.app/deck (사용자 제공 윤자동 70장 웹 슬라이드). 실습용 주간 보고로 새로 구성. 교육용 가상 자료. 원본 다음주_업무메모.md의 기간·수치만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31163489d4c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94217ec7dd4f20" /><Relationship Type="http://schemas.openxmlformats.org/officeDocument/2006/relationships/slideLayout" Target="/ppt/slideLayouts/slideLayout1.xml" Id="Rf9f7c754233b47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f7c754233b47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33c87376e4256" /><Relationship Type="http://schemas.openxmlformats.org/officeDocument/2006/relationships/image" Target="/ppt/media/image.png" Id="R4a2c97d9d55f40e1" /><Relationship Type="http://schemas.openxmlformats.org/officeDocument/2006/relationships/image" Target="/ppt/media/image2.png" Id="R44c6bb8c8f374307" /><Relationship Type="http://schemas.openxmlformats.org/officeDocument/2006/relationships/notesSlide" Target="/ppt/notesSlides/notesSlide1.xml" Id="Rabeecf4b295748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2390e32dd47bb" /><Relationship Type="http://schemas.openxmlformats.org/officeDocument/2006/relationships/image" Target="/ppt/media/image3.png" Id="Ra3b60b71e91345ca" /><Relationship Type="http://schemas.openxmlformats.org/officeDocument/2006/relationships/notesSlide" Target="/ppt/notesSlides/notesSlide2.xml" Id="Rf227186ccdc645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f6d67912a4b04" /><Relationship Type="http://schemas.openxmlformats.org/officeDocument/2006/relationships/image" Target="/ppt/media/image4.png" Id="Rce9223dae0714dc5" /><Relationship Type="http://schemas.openxmlformats.org/officeDocument/2006/relationships/notesSlide" Target="/ppt/notesSlides/notesSlide3.xml" Id="R2e6d5bd7e55648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ce6e20c5448d1" /><Relationship Type="http://schemas.openxmlformats.org/officeDocument/2006/relationships/image" Target="/ppt/media/image5.png" Id="Rfc4842e7edc14b16" /><Relationship Type="http://schemas.openxmlformats.org/officeDocument/2006/relationships/notesSlide" Target="/ppt/notesSlides/notesSlide4.xml" Id="Rb6c898aa11df44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88bef2d974ef3" /><Relationship Type="http://schemas.openxmlformats.org/officeDocument/2006/relationships/image" Target="/ppt/media/image6.png" Id="R24acd5bef91b4074" /><Relationship Type="http://schemas.openxmlformats.org/officeDocument/2006/relationships/notesSlide" Target="/ppt/notesSlides/notesSlide5.xml" Id="Rf9963904f9ed44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E8000-2F3F-4F6A-8435-1BE934EC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01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622AB-F4A9-439C-B667-A95A9F6B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c97d9d55f40e1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F386E-6C70-47A8-A34A-D3023C90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2026.09.21–09.25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22138-EE8F-4A0D-8F2B-735EFF4A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1 / 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6bb8c8f374307"/>
          <a:stretch xmlns:a="http://schemas.openxmlformats.org/drawingml/2006/main"/>
        </p:blipFill>
        <p:spPr>
          <a:xfrm xmlns:a="http://schemas.openxmlformats.org/drawingml/2006/main">
            <a:off x="794808" y="1162050"/>
            <a:ext cx="2010833" cy="76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B37AC-0CFB-4325-8057-26E5B6B8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WEEKLY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E608A-E8D2-47AA-9D84-2F35AB39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33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690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주간 업무 보고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DF652-246B-41AD-B900-F6730EA3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190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2026.09.21–09.25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2A291-A2B9-4746-A17A-CBEC95FE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304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팀명·보고자 확인 필요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57837-7AD5-41E3-8259-A8AF0E1F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15125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분류 시험 50건 중 44건 정답 · 해당 시험 88%</a:t>
            </a:r>
          </a:p>
        </p:txBody>
      </p:sp>
    </p:spTree>
    <p:extLst>
      <p:ext uri="{BB962C8B-B14F-4D97-AF65-F5344CB8AC3E}">
        <p14:creationId xmlns:p14="http://schemas.microsoft.com/office/powerpoint/2010/main" val="260087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1DB9F-C22C-4463-8D5D-77B8CC13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02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3A4AF-3078-4FF9-B084-21B0772B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이번 주 한눈에 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66C28-03AF-4BD9-9F75-EA22C760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분류 시험 50건 중 44건 정답 · 해당 시험 88%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60b71e91345ca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C634F-A8D3-4B1B-85FF-B59A2440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2026.09.21–09.25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29256-C500-4CF5-908D-7BFB475A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2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D099E-F72D-491F-AFF5-4D937D5D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완료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46B4A-45BA-4505-974A-3EA7EF93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64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5건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FB285-8200-40F3-A2BB-ED535DB6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81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진행 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968D3-BDD2-4813-BECA-EEA91A7C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64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2건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C35AE-C440-4D46-A4D6-DE35C3FF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완료한 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BBD8A-5B79-44A6-BD14-96A752B9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6712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rPr>
              <a:t>시연 영상 피드백 8건 반영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0760E-B4D2-4592-88A6-8A64C9BC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9577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rPr>
              <a:t>교육용 계정과 실습 자료 최종 점검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8067F-8402-4712-AD47-A70A7D6F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2442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rPr>
              <a:t>고객 문의 분류 기준 1차 시험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AF261-A410-4D9D-99FD-40B394E5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5307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rPr>
              <a:t>10월 교육 일정 확정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1894D-E97F-4230-A5DB-1FC9FF99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18172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637"/>
                </a:solidFill>
                <a:latin typeface="Pretendard"/>
                <a:ea typeface="Pretendard"/>
                <a:cs typeface="Pretendard"/>
              </a:rPr>
              <a:t>교육 참가자 사전 설문 발송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44E6D-98BB-417D-B44A-5758C129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695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분류 시험 결과는 해당 50건에 한정</a:t>
            </a:r>
          </a:p>
        </p:txBody>
      </p:sp>
    </p:spTree>
    <p:extLst>
      <p:ext uri="{BB962C8B-B14F-4D97-AF65-F5344CB8AC3E}">
        <p14:creationId xmlns:p14="http://schemas.microsoft.com/office/powerpoint/2010/main" val="759053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3FE87-489C-4FBF-8C07-8F2B01F1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03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149B5-A1A4-4D5D-903F-C4AC8857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진행 현황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0DEF5-3A8E-4E76-A7B6-57E0B6E2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진행 중인 업무 2건 · 메모 기준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223dae0714dc5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CEE73-90BC-432B-9713-40A8F70A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2026.09.21–09.25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DF855-7F2A-4B9D-9C12-AEF30328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3 / 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952750"/>
          <a:ext xmlns:a="http://schemas.openxmlformats.org/drawingml/2006/main" cx="13716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6477000"/>
                <a:gridCol w="238125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업무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상태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진행률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</a:tr>
              <a:tr h="16383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교안 보완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실습 화면 교체 중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75%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</a:tr>
              <a:tr h="16383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문의 분류 기준 개선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오분류 6건 검토 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565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A3C17-FC16-42BC-814F-5889895F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04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6824E-B806-4876-A508-8DA08810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문제와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389F7-C54F-427A-A358-5E031DE7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현재 확인하거나 지원받아야 할 내용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842e7edc14b16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39461-76BF-4087-98E1-47EAA519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2026.09.21–09.25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AAE68-5834-4F94-9889-F60F6A2D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4 / 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90512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609600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문제·확인 사항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요청·다음 행동</a:t>
                      </a:r>
                    </a:p>
                  </a:txBody>
                  <a:tcPr marL="91440" marR="91440" marT="45720" marB="45720">
                    <a:solidFill>
                      <a:srgbClr val="005051"/>
                    </a:solidFill>
                  </a:tcPr>
                </a:tc>
              </a:tr>
              <a:tr h="1155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복합 문의를 한 범주로만 처리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 기준 보완 필요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</a:tr>
              <a:tr h="1155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10월 교육 보조 진행자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1명 배정 필요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55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외부 공유할 고객 사례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6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개인 정보 재확인</a:t>
                      </a:r>
                    </a:p>
                  </a:txBody>
                  <a:tcPr marL="91440" marR="91440" marT="45720" marB="45720">
                    <a:solidFill>
                      <a:srgbClr val="F0F7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85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FD390-2D8D-49EB-9E38-8B0926E6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05  주간 업무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2AEF3-2664-4C7D-8BD2-B46C4A89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다음 주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85CF1-4A9C-4092-A007-FE677C61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메모에 적힌 다음 주 계획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cd5bef91b4074"/>
          <a:stretch xmlns:a="http://schemas.openxmlformats.org/drawingml/2006/main"/>
        </p:blipFill>
        <p:spPr>
          <a:xfrm xmlns:a="http://schemas.openxmlformats.org/drawingml/2006/main">
            <a:off x="809625" y="7962900"/>
            <a:ext cx="904875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7CB3E-1E4E-4E18-9ECC-03024F97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001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D7070"/>
                </a:solidFill>
                <a:latin typeface="Pretendard"/>
                <a:ea typeface="Pretendard"/>
                <a:cs typeface="Pretendard"/>
              </a:rPr>
              <a:t>2026.09.21–09.25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757D0-39F2-4AFA-A7DF-4C76D9B2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9724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5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F4071-93AD-4046-9168-D74436E2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19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1BDE9-36DE-471E-8990-F00C4442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67050"/>
            <a:ext cx="1200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교육 교안 최종 검수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DD3B6-57D1-40F2-AFF0-9759C989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19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81FDC-37DC-4D0C-854F-84459280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19600"/>
            <a:ext cx="1200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복합 문의 분류 규칙 보완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CEF06-299A-4148-B3BC-6972E59A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19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895B2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4D0CC-CEC4-4979-90CF-C92947AD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72150"/>
            <a:ext cx="1200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5051"/>
                </a:solidFill>
                <a:latin typeface="Pretendard"/>
                <a:ea typeface="Pretendard"/>
                <a:cs typeface="Pretendard"/>
              </a:rPr>
              <a:t>교육 만족도 조사와 후속 안내 초안 준비</a:t>
            </a:r>
          </a:p>
        </p:txBody>
      </p:sp>
    </p:spTree>
    <p:extLst>
      <p:ext uri="{BB962C8B-B14F-4D97-AF65-F5344CB8AC3E}">
        <p14:creationId xmlns:p14="http://schemas.microsoft.com/office/powerpoint/2010/main" val="267953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2026-10-04T20:53:52.4890000Z</dcterms:created>
  <dcterms:modified xsi:type="dcterms:W3CDTF">2026-10-04T20:53:52.4890000Z</dcterms:modified>
</coreProperties>
</file>