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d87df2736b4d7c" /><Relationship Type="http://schemas.openxmlformats.org/officeDocument/2006/relationships/extended-properties" Target="/docProps/app.xml" Id="Ref1be44c38fb47b4" /><Relationship Type="http://schemas.openxmlformats.org/officeDocument/2006/relationships/officeDocument" Target="/ppt/presentation.xml" Id="R2ca306af3a734f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42c78e0bcd4001"/>
  </p:sldMasterIdLst>
  <p:notesMasterIdLst>
    <p:notesMasterId xmlns:r="http://schemas.openxmlformats.org/officeDocument/2006/relationships" r:id="R6d20c278f597496a"/>
  </p:notesMasterIdLst>
  <p:sldIdLst>
    <p:sldId xmlns:r="http://schemas.openxmlformats.org/officeDocument/2006/relationships" id="256" r:id="Rcfc5a693a54748b7"/>
    <p:sldId xmlns:r="http://schemas.openxmlformats.org/officeDocument/2006/relationships" id="257" r:id="R22c94443e3954300"/>
    <p:sldId xmlns:r="http://schemas.openxmlformats.org/officeDocument/2006/relationships" id="258" r:id="R0b422f4f375f4a22"/>
    <p:sldId xmlns:r="http://schemas.openxmlformats.org/officeDocument/2006/relationships" id="259" r:id="R1d7ca11466ea4c2a"/>
    <p:sldId xmlns:r="http://schemas.openxmlformats.org/officeDocument/2006/relationships" id="260" r:id="Rbf7dae46ecf24e2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cc7d8b46874501" /><Relationship Type="http://schemas.openxmlformats.org/officeDocument/2006/relationships/slideMaster" Target="/ppt/slideMasters/slideMaster1.xml" Id="R4042c78e0bcd4001" /><Relationship Type="http://schemas.openxmlformats.org/officeDocument/2006/relationships/notesMaster" Target="/ppt/notesMasters/notesMaster1.xml" Id="R6d20c278f597496a" /><Relationship Type="http://schemas.openxmlformats.org/officeDocument/2006/relationships/presProps" Target="/ppt/presProps.xml" Id="R61c4d0b9ec3e454d" /><Relationship Type="http://schemas.openxmlformats.org/officeDocument/2006/relationships/tableStyles" Target="/ppt/tableStyles.xml" Id="R9a6d815a6bea4b72" /><Relationship Type="http://schemas.openxmlformats.org/officeDocument/2006/relationships/slide" Target="/ppt/slides/slide1.xml" Id="Rcfc5a693a54748b7" /><Relationship Type="http://schemas.openxmlformats.org/officeDocument/2006/relationships/slide" Target="/ppt/slides/slide2.xml" Id="R22c94443e3954300" /><Relationship Type="http://schemas.openxmlformats.org/officeDocument/2006/relationships/slide" Target="/ppt/slides/slide3.xml" Id="R0b422f4f375f4a22" /><Relationship Type="http://schemas.openxmlformats.org/officeDocument/2006/relationships/slide" Target="/ppt/slides/slide4.xml" Id="R1d7ca11466ea4c2a" /><Relationship Type="http://schemas.openxmlformats.org/officeDocument/2006/relationships/slide" Target="/ppt/slides/slide5.xml" Id="Rbf7dae46ecf24e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f142c6f71848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9c902e806440ba" /><Relationship Type="http://schemas.openxmlformats.org/officeDocument/2006/relationships/notesMaster" Target="/ppt/notesMasters/notesMaster1.xml" Id="R09771a7e9b0843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6a9119cce346a2" /><Relationship Type="http://schemas.openxmlformats.org/officeDocument/2006/relationships/notesMaster" Target="/ppt/notesMasters/notesMaster1.xml" Id="R723116c218e94a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db6fbe7e204845" /><Relationship Type="http://schemas.openxmlformats.org/officeDocument/2006/relationships/notesMaster" Target="/ppt/notesMasters/notesMaster1.xml" Id="Rce44f07458dc40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f2d1415d224c57" /><Relationship Type="http://schemas.openxmlformats.org/officeDocument/2006/relationships/notesMaster" Target="/ppt/notesMasters/notesMaster1.xml" Id="Rc5a1255817dc43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13915227b84ed2" /><Relationship Type="http://schemas.openxmlformats.org/officeDocument/2006/relationships/notesMaster" Target="/ppt/notesMasters/notesMaster1.xml" Id="Ra581a6117cc14d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디자인 참고: https://logitech-workshop.vercel.app/deck (사용자 제공 윤자동 70장 웹 슬라이드). 실습용 주간 보고로 새로 구성. 교육용 가상 자료. 원본 이번주_업무메모.md의 기간·수치만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디자인 참고: https://logitech-workshop.vercel.app/deck (사용자 제공 윤자동 70장 웹 슬라이드). 실습용 주간 보고로 새로 구성. 교육용 가상 자료. 원본 이번주_업무메모.md의 기간·수치만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디자인 참고: https://logitech-workshop.vercel.app/deck (사용자 제공 윤자동 70장 웹 슬라이드). 실습용 주간 보고로 새로 구성. 교육용 가상 자료. 원본 이번주_업무메모.md의 기간·수치만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디자인 참고: https://logitech-workshop.vercel.app/deck (사용자 제공 윤자동 70장 웹 슬라이드). 실습용 주간 보고로 새로 구성. 교육용 가상 자료. 원본 이번주_업무메모.md의 기간·수치만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디자인 참고: https://logitech-workshop.vercel.app/deck (사용자 제공 윤자동 70장 웹 슬라이드). 실습용 주간 보고로 새로 구성. 교육용 가상 자료. 원본 이번주_업무메모.md의 기간·수치만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d28882eda745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81d9de65844f2f" /><Relationship Type="http://schemas.openxmlformats.org/officeDocument/2006/relationships/slideLayout" Target="/ppt/slideLayouts/slideLayout1.xml" Id="R40a384f7dc7f40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a384f7dc7f40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8d1b271454061" /><Relationship Type="http://schemas.openxmlformats.org/officeDocument/2006/relationships/image" Target="/ppt/media/image.png" Id="R7ace05b9c6b34807" /><Relationship Type="http://schemas.openxmlformats.org/officeDocument/2006/relationships/image" Target="/ppt/media/image2.png" Id="Rdfd51c5d63c84fd4" /><Relationship Type="http://schemas.openxmlformats.org/officeDocument/2006/relationships/notesSlide" Target="/ppt/notesSlides/notesSlide1.xml" Id="Rde31d133057145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22243a7ec4332" /><Relationship Type="http://schemas.openxmlformats.org/officeDocument/2006/relationships/image" Target="/ppt/media/image3.png" Id="Ra4640eea041f47a0" /><Relationship Type="http://schemas.openxmlformats.org/officeDocument/2006/relationships/notesSlide" Target="/ppt/notesSlides/notesSlide2.xml" Id="R4883ddf0645a41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dd88427544a25" /><Relationship Type="http://schemas.openxmlformats.org/officeDocument/2006/relationships/image" Target="/ppt/media/image4.png" Id="R044d8a357f4343b4" /><Relationship Type="http://schemas.openxmlformats.org/officeDocument/2006/relationships/notesSlide" Target="/ppt/notesSlides/notesSlide3.xml" Id="Rf4bc65e434574f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8164281bb4331" /><Relationship Type="http://schemas.openxmlformats.org/officeDocument/2006/relationships/image" Target="/ppt/media/image5.png" Id="R1b44565952b44984" /><Relationship Type="http://schemas.openxmlformats.org/officeDocument/2006/relationships/notesSlide" Target="/ppt/notesSlides/notesSlide4.xml" Id="Rb7a23d5f477d48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d29546c964b80" /><Relationship Type="http://schemas.openxmlformats.org/officeDocument/2006/relationships/image" Target="/ppt/media/image6.png" Id="Ra43793125b4f4012" /><Relationship Type="http://schemas.openxmlformats.org/officeDocument/2006/relationships/notesSlide" Target="/ppt/notesSlides/notesSlide5.xml" Id="R807e3c77f0fd49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F0E64-D32E-469D-B165-A748667F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01  주간 업무 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13D68-FCF4-4C8B-8663-C9404B3E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e05b9c6b34807"/>
          <a:stretch xmlns:a="http://schemas.openxmlformats.org/drawingml/2006/main"/>
        </p:blipFill>
        <p:spPr>
          <a:xfrm xmlns:a="http://schemas.openxmlformats.org/drawingml/2006/main">
            <a:off x="809625" y="7962900"/>
            <a:ext cx="904875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A22B0-A64E-474D-89E3-C4B4A10E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001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2026.09.14–09.18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7A7D7-8D25-47EC-B4DD-571C65AB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9724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1 / 5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51c5d63c84fd4"/>
          <a:stretch xmlns:a="http://schemas.openxmlformats.org/drawingml/2006/main"/>
        </p:blipFill>
        <p:spPr>
          <a:xfrm xmlns:a="http://schemas.openxmlformats.org/drawingml/2006/main">
            <a:off x="794808" y="1162050"/>
            <a:ext cx="2010833" cy="76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90166-1EFD-4FDD-A245-020A42FA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WEEKLY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55B37-F740-4658-93E1-9A9295FC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335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690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주간 업무 보고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15AC3-D32C-43A8-9BAD-0AE86FD2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1190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2026.09.14–09.18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6AA0B-4C25-4318-AFCA-E9BCD72E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304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팀명·보고자 확인 필요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FB1B1-BE5D-43DB-9102-DE082582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15125"/>
            <a:ext cx="1333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고객 문의 답변 시간 평균 6시간 → 3시간</a:t>
            </a:r>
          </a:p>
        </p:txBody>
      </p:sp>
    </p:spTree>
    <p:extLst>
      <p:ext uri="{BB962C8B-B14F-4D97-AF65-F5344CB8AC3E}">
        <p14:creationId xmlns:p14="http://schemas.microsoft.com/office/powerpoint/2010/main" val="5198407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5DC94-0A95-4243-B745-2D971006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02  주간 업무 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8FC73-A08B-444E-9DA8-EAD9C343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이번 주 한눈에 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BEF33-E0B2-4CD9-976B-C94892AC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62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고객 문의 답변 시간 평균 6시간 → 3시간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40eea041f47a0"/>
          <a:stretch xmlns:a="http://schemas.openxmlformats.org/drawingml/2006/main"/>
        </p:blipFill>
        <p:spPr>
          <a:xfrm xmlns:a="http://schemas.openxmlformats.org/drawingml/2006/main">
            <a:off x="809625" y="7962900"/>
            <a:ext cx="904875" cy="342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148A5-75D2-4134-95DE-00F7D4DE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001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2026.09.14–09.18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55447-26D8-4E76-A01B-F2AA7C66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9724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2 /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E8EC2-54BB-41C8-A018-E1E96F29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완료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17D0A-A02B-49B7-B0D3-6DD4849E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64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4건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B9EEA-BAB1-4830-8550-8FB0C3B8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813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진행 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B85C4-B85A-4D4F-96A6-57E79744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64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3건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B3311-5D05-4206-BD28-F659EDA8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718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완료한 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C0FDF-B6EC-44A2-95AD-4F0FCA8D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67125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rPr>
              <a:t>고객 문의 42건을 다섯 범주로 정리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EA700-BAF1-4A08-9E01-E4DE4A80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95775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rPr>
              <a:t>자주 묻는 질문 답변 초안 12개 작성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18149-F752-450F-8A49-AA4EF92B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24425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rPr>
              <a:t>주간 보고 자료 양식 개편안 작성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C29A0-2366-44A3-B820-E1C1F5F2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53075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rPr>
              <a:t>신규 교육 과정 참가자 안내문 발송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7D2F1-AC62-4300-BC1A-844447C2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695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사내 AI 활용 시연안 1차 구성 완료</a:t>
            </a:r>
          </a:p>
        </p:txBody>
      </p:sp>
    </p:spTree>
    <p:extLst>
      <p:ext uri="{BB962C8B-B14F-4D97-AF65-F5344CB8AC3E}">
        <p14:creationId xmlns:p14="http://schemas.microsoft.com/office/powerpoint/2010/main" val="16042024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122E7-8514-49FF-AF1B-291B860E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03  주간 업무 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4968F-BC0A-4D92-9F1E-F683739E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진행 현황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CF603-F392-4D9C-A85D-B871FD39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62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진행 중인 업무 3건 · 메모 기준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d8a357f4343b4"/>
          <a:stretch xmlns:a="http://schemas.openxmlformats.org/drawingml/2006/main"/>
        </p:blipFill>
        <p:spPr>
          <a:xfrm xmlns:a="http://schemas.openxmlformats.org/drawingml/2006/main">
            <a:off x="809625" y="7962900"/>
            <a:ext cx="904875" cy="342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1A0A1-EBED-42A7-B083-8D14645D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001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2026.09.14–09.18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ED430-9F9B-4CFF-8C16-FDF0B0B1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9724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3 / 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2952750"/>
          <a:ext xmlns:a="http://schemas.openxmlformats.org/drawingml/2006/main" cx="13716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6477000"/>
                <a:gridCol w="2381250"/>
              </a:tblGrid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업무</a:t>
                      </a:r>
                    </a:p>
                  </a:txBody>
                  <a:tcPr marL="91440" marR="91440" marT="45720" marB="45720">
                    <a:solidFill>
                      <a:srgbClr val="0050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현재 상태</a:t>
                      </a:r>
                    </a:p>
                  </a:txBody>
                  <a:tcPr marL="91440" marR="91440" marT="45720" marB="45720">
                    <a:solidFill>
                      <a:srgbClr val="0050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진행률</a:t>
                      </a:r>
                    </a:p>
                  </a:txBody>
                  <a:tcPr marL="91440" marR="91440" marT="45720" marB="45720">
                    <a:solidFill>
                      <a:srgbClr val="005051"/>
                    </a:solidFill>
                  </a:tcPr>
                </a:tc>
              </a:tr>
              <a:tr h="1092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활용 시연 영상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대본 검토 중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70%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</a:tr>
              <a:tr h="1092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교육용 계정 준비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캘린더 완료·메일 발송 준비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92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만족도 설문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문항 확정·배포 일정 확인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60%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5116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32C46-23AE-4B65-866A-25ACC5DF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04  주간 업무 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8EA3F-F505-4860-87C6-148BF3A1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문제와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12A23-8CF3-4255-A9F8-2697E791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62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현재 확인하거나 지원받아야 할 내용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4565952b44984"/>
          <a:stretch xmlns:a="http://schemas.openxmlformats.org/drawingml/2006/main"/>
        </p:blipFill>
        <p:spPr>
          <a:xfrm xmlns:a="http://schemas.openxmlformats.org/drawingml/2006/main">
            <a:off x="809625" y="7962900"/>
            <a:ext cx="904875" cy="342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C0A41-6324-471A-9CEB-592C37D6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001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2026.09.14–09.18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69363-8C91-46F5-B616-308D4FDA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9724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4 / 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290512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0"/>
                <a:gridCol w="6096000"/>
              </a:tblGrid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문제·확인 사항</a:t>
                      </a:r>
                    </a:p>
                  </a:txBody>
                  <a:tcPr marL="91440" marR="91440" marT="45720" marB="45720">
                    <a:solidFill>
                      <a:srgbClr val="0050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요청·다음 행동</a:t>
                      </a:r>
                    </a:p>
                  </a:txBody>
                  <a:tcPr marL="91440" marR="91440" marT="45720" marB="45720">
                    <a:solidFill>
                      <a:srgbClr val="005051"/>
                    </a:solidFill>
                  </a:tcPr>
                </a:tc>
              </a:tr>
              <a:tr h="1155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영상 녹화용 회의실 시간 미확정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 시간 확인 필요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</a:tr>
              <a:tr h="1155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실습 계정의 음성 응답·예약 실행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사전 동작 확인 필요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155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팀장 요청: 수치의 출처 없는 내용 제외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보고 전 원자료 대조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475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CAFC4-49EF-4BEB-A646-2B46C624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05  주간 업무 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F1E43-419E-4AC0-B5F4-1E7E9F13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다음 주 계획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B1050-26AC-413F-B98B-F4572D7F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62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메모에 적힌 다음 주 계획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793125b4f4012"/>
          <a:stretch xmlns:a="http://schemas.openxmlformats.org/drawingml/2006/main"/>
        </p:blipFill>
        <p:spPr>
          <a:xfrm xmlns:a="http://schemas.openxmlformats.org/drawingml/2006/main">
            <a:off x="809625" y="7962900"/>
            <a:ext cx="904875" cy="342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7F72B-458F-448C-B14F-2C0EEAF1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001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2026.09.14–09.18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0BAFC-3D76-4CAA-880C-AB91BEB6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9724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5 /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65390-E438-472E-94A6-0AFAEB36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190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43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62554-AB46-4976-927B-80BA0AA5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67050"/>
            <a:ext cx="1200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시연 영상 피드백 반영 및 최종본 전달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CB20C-F6E8-4881-9A92-E42914B0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190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43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32B3C-CE56-46A4-B5F7-AFFF6A06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419600"/>
            <a:ext cx="1200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고객 문의 자동 분류 기준 시험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1DAA5-B627-4A93-A12A-6974DE69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190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43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7092B-5A4B-47E8-8010-2E241F0C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772150"/>
            <a:ext cx="1200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10월 교육 일정과 담당자 확정</a:t>
            </a:r>
          </a:p>
        </p:txBody>
      </p:sp>
    </p:spTree>
    <p:extLst>
      <p:ext uri="{BB962C8B-B14F-4D97-AF65-F5344CB8AC3E}">
        <p14:creationId xmlns:p14="http://schemas.microsoft.com/office/powerpoint/2010/main" val="1277769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2026-10-04T20:53:48.2160000Z</dcterms:created>
  <dcterms:modified xsi:type="dcterms:W3CDTF">2026-10-04T20:53:48.2160000Z</dcterms:modified>
</coreProperties>
</file>