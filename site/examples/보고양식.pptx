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ec4d273b194541" /><Relationship Type="http://schemas.openxmlformats.org/officeDocument/2006/relationships/extended-properties" Target="/docProps/app.xml" Id="Reac0ce605172403a" /><Relationship Type="http://schemas.openxmlformats.org/officeDocument/2006/relationships/officeDocument" Target="/ppt/presentation.xml" Id="Rccc87777586a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0c06bcd2f42d8"/>
  </p:sldMasterIdLst>
  <p:notesMasterIdLst>
    <p:notesMasterId xmlns:r="http://schemas.openxmlformats.org/officeDocument/2006/relationships" r:id="Rc23f2a95003944af"/>
  </p:notesMasterIdLst>
  <p:sldIdLst>
    <p:sldId xmlns:r="http://schemas.openxmlformats.org/officeDocument/2006/relationships" id="256" r:id="R23c826b9f4344608"/>
    <p:sldId xmlns:r="http://schemas.openxmlformats.org/officeDocument/2006/relationships" id="257" r:id="R6230d676b6f6442b"/>
    <p:sldId xmlns:r="http://schemas.openxmlformats.org/officeDocument/2006/relationships" id="258" r:id="R70ba28dea6e04453"/>
    <p:sldId xmlns:r="http://schemas.openxmlformats.org/officeDocument/2006/relationships" id="259" r:id="R6de983fb3c404b63"/>
    <p:sldId xmlns:r="http://schemas.openxmlformats.org/officeDocument/2006/relationships" id="260" r:id="Reba7529fa5804b1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ddecf1d754649" /><Relationship Type="http://schemas.openxmlformats.org/officeDocument/2006/relationships/slideMaster" Target="/ppt/slideMasters/slideMaster1.xml" Id="Rf960c06bcd2f42d8" /><Relationship Type="http://schemas.openxmlformats.org/officeDocument/2006/relationships/notesMaster" Target="/ppt/notesMasters/notesMaster1.xml" Id="Rc23f2a95003944af" /><Relationship Type="http://schemas.openxmlformats.org/officeDocument/2006/relationships/presProps" Target="/ppt/presProps.xml" Id="Rd1b1ee30cbdb4afd" /><Relationship Type="http://schemas.openxmlformats.org/officeDocument/2006/relationships/tableStyles" Target="/ppt/tableStyles.xml" Id="R6e452eb1963043aa" /><Relationship Type="http://schemas.openxmlformats.org/officeDocument/2006/relationships/slide" Target="/ppt/slides/slide1.xml" Id="R23c826b9f4344608" /><Relationship Type="http://schemas.openxmlformats.org/officeDocument/2006/relationships/slide" Target="/ppt/slides/slide2.xml" Id="R6230d676b6f6442b" /><Relationship Type="http://schemas.openxmlformats.org/officeDocument/2006/relationships/slide" Target="/ppt/slides/slide3.xml" Id="R70ba28dea6e04453" /><Relationship Type="http://schemas.openxmlformats.org/officeDocument/2006/relationships/slide" Target="/ppt/slides/slide4.xml" Id="R6de983fb3c404b63" /><Relationship Type="http://schemas.openxmlformats.org/officeDocument/2006/relationships/slide" Target="/ppt/slides/slide5.xml" Id="Reba7529fa580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9477780ea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496bece6194730" /><Relationship Type="http://schemas.openxmlformats.org/officeDocument/2006/relationships/notesMaster" Target="/ppt/notesMasters/notesMaster1.xml" Id="R768f0dea6d55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2e4cf24c3b4062" /><Relationship Type="http://schemas.openxmlformats.org/officeDocument/2006/relationships/notesMaster" Target="/ppt/notesMasters/notesMaster1.xml" Id="R01f49896528d45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d5708648449b8" /><Relationship Type="http://schemas.openxmlformats.org/officeDocument/2006/relationships/notesMaster" Target="/ppt/notesMasters/notesMaster1.xml" Id="R2161180f879d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e2be4b947b4934" /><Relationship Type="http://schemas.openxmlformats.org/officeDocument/2006/relationships/notesMaster" Target="/ppt/notesMasters/notesMaster1.xml" Id="R180a98813ebc42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a2e6d4d3d7412c" /><Relationship Type="http://schemas.openxmlformats.org/officeDocument/2006/relationships/notesMaster" Target="/ppt/notesMasters/notesMaster1.xml" Id="Ra10d726ca6bf49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대괄호와 00은 자리 표시자이며 실제 업무 사실이 아님. 자료에 없는 항목은 확인 필요. 진행 행은 실제 업무 개수에 맞춰 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대괄호와 00은 자리 표시자이며 실제 업무 사실이 아님. 자료에 없는 항목은 확인 필요. 진행 행은 실제 업무 개수에 맞춰 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대괄호와 00은 자리 표시자이며 실제 업무 사실이 아님. 자료에 없는 항목은 확인 필요. 진행 행은 실제 업무 개수에 맞춰 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대괄호와 00은 자리 표시자이며 실제 업무 사실이 아님. 자료에 없는 항목은 확인 필요. 진행 행은 실제 업무 개수에 맞춰 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대괄호와 00은 자리 표시자이며 실제 업무 사실이 아님. 자료에 없는 항목은 확인 필요. 진행 행은 실제 업무 개수에 맞춰 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7fa8aa427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da411f5e645d9" /><Relationship Type="http://schemas.openxmlformats.org/officeDocument/2006/relationships/slideLayout" Target="/ppt/slideLayouts/slideLayout1.xml" Id="R82889678b31643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89678b31643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985264c6481d" /><Relationship Type="http://schemas.openxmlformats.org/officeDocument/2006/relationships/image" Target="/ppt/media/image.png" Id="R0b3093bed09f4d79" /><Relationship Type="http://schemas.openxmlformats.org/officeDocument/2006/relationships/image" Target="/ppt/media/image2.png" Id="R509c2640d8da4bf8" /><Relationship Type="http://schemas.openxmlformats.org/officeDocument/2006/relationships/notesSlide" Target="/ppt/notesSlides/notesSlide1.xml" Id="Rfc3e63a29ed7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ecf7917dd4875" /><Relationship Type="http://schemas.openxmlformats.org/officeDocument/2006/relationships/image" Target="/ppt/media/image3.png" Id="Rc69efe3c51084720" /><Relationship Type="http://schemas.openxmlformats.org/officeDocument/2006/relationships/notesSlide" Target="/ppt/notesSlides/notesSlide2.xml" Id="R7cdbd9dadc5e47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f19e307fd4572" /><Relationship Type="http://schemas.openxmlformats.org/officeDocument/2006/relationships/image" Target="/ppt/media/image4.png" Id="R851ae934bd0b4e3e" /><Relationship Type="http://schemas.openxmlformats.org/officeDocument/2006/relationships/notesSlide" Target="/ppt/notesSlides/notesSlide3.xml" Id="Re8d17e47348142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82301ced2442a" /><Relationship Type="http://schemas.openxmlformats.org/officeDocument/2006/relationships/image" Target="/ppt/media/image5.png" Id="Rb898b9557ebe4d89" /><Relationship Type="http://schemas.openxmlformats.org/officeDocument/2006/relationships/notesSlide" Target="/ppt/notesSlides/notesSlide4.xml" Id="R72e7d7de3afe48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8b2ca7adb4d8d" /><Relationship Type="http://schemas.openxmlformats.org/officeDocument/2006/relationships/image" Target="/ppt/media/image6.png" Id="R052f6afde1044cb5" /><Relationship Type="http://schemas.openxmlformats.org/officeDocument/2006/relationships/notesSlide" Target="/ppt/notesSlides/notesSlide5.xml" Id="R153d65ea1e6a46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E3B9C-4B87-40F4-9F3A-E8DCBCBC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3FAC8-145A-4664-B529-249F5BF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093bed09f4d79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D18AB-45FC-42AA-BBA6-58D1E4FC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79AA5-3D13-4210-A796-1EC306B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1 / 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2640d8da4bf8"/>
          <a:stretch xmlns:a="http://schemas.openxmlformats.org/drawingml/2006/main"/>
        </p:blipFill>
        <p:spPr>
          <a:xfrm xmlns:a="http://schemas.openxmlformats.org/drawingml/2006/main">
            <a:off x="794808" y="1162050"/>
            <a:ext cx="2010833" cy="76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0745D-A9B8-421A-AE6D-0A4B62D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WEEKLY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3869A-796D-4D07-8833-D934AA16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33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주간 업무 보고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FC6A5-E6B3-4B2C-BC55-7E926F4C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F95CC-E8AD-4874-981A-42541FAF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[팀명] · [보고자]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07D8A-74C5-4B46-BC03-FD3B0A1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[이번 주 핵심 메시지]</a:t>
            </a:r>
          </a:p>
        </p:txBody>
      </p:sp>
    </p:spTree>
    <p:extLst>
      <p:ext uri="{BB962C8B-B14F-4D97-AF65-F5344CB8AC3E}">
        <p14:creationId xmlns:p14="http://schemas.microsoft.com/office/powerpoint/2010/main" val="733276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C2194-A074-4821-B05F-E3833B31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0CE0-5FE6-4E9C-B6C7-D831EF09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이번 주 한눈에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3F0D7-9451-49E9-9CE4-4BF60A8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[이번 주 가장 중요한 성과 한 문장]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efe3c51084720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229D-F963-49B3-AFDC-A4A559C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1AD38-1362-469C-898E-869370E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80B3C-618F-44DF-B302-E4E62642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16F35-3B6D-40D4-8C3B-629344B9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00건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46F17-CC50-4C8A-AFA6-BB428C9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진행 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6E0EA-B1C8-436A-BCE4-0D963790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00건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EFE8B-4F65-49CB-AE48-033E071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완료한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57BC3-79A8-48ED-A8CF-BD37CB4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[완료한 업무 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E0B33-639F-4E32-A365-3F8899B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[완료한 업무 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F0D88-8128-4655-9071-E769833D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244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[완료한 업무 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36A09-6607-49AC-8335-30BCFE40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[요약에 필요한 추가 근거]</a:t>
            </a:r>
          </a:p>
        </p:txBody>
      </p:sp>
    </p:spTree>
    <p:extLst>
      <p:ext uri="{BB962C8B-B14F-4D97-AF65-F5344CB8AC3E}">
        <p14:creationId xmlns:p14="http://schemas.microsoft.com/office/powerpoint/2010/main" val="1006524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D907A-C541-4DB2-A70E-4AD0B0E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E75AC-86E9-4293-860A-F7B126DA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9F831-1BE9-4EE4-B256-CB930D5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[실제 업무 수에 맞춰 행을 조정]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ae934bd0b4e3e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F9333-31C5-48AF-AE4B-2D71F783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B5F33-892D-479C-87D3-F8BC0989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3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52750"/>
          <a:ext xmlns:a="http://schemas.openxmlformats.org/drawingml/2006/main" cx="13716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477000"/>
                <a:gridCol w="23812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업무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진행률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[업무 1]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[현재 상태]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00%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[업무 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[현재 상태]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[업무 3]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[현재 상태]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00%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431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068E-0AD5-404C-823E-B65FE1C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04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801AA-C59E-4297-B0B9-6E747C4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문제와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A8F2-A343-4482-B902-797F2B6F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[판단 또는 지원이 필요한 내용]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8b9557ebe4d89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55F12-9885-44B8-84D1-7113FBB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DF88-F8D9-4F21-87A4-8289FFA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4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0512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60960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문제·확인 사항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요청·다음 행동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733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[문제 또는 확인할 사항]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[필요한 결정·지원]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733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[추가 확인 사항]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[없으면 확인 필요]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120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27385-1C37-4C07-A81F-9FE5E56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05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71961-5330-4065-AED4-7F45AC3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다음 주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E58D7-BAD0-483D-B08E-CB63174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[다음 보고 기간의 우선 작업]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f6afde1044cb5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2BB0-CA54-47BD-B141-6E851113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[보고 기간]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8658E-F16D-45F6-BE5D-70B8F2F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FA5C2-645F-436E-BD23-762807CC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E694B-7E53-49AE-9D1A-9331BEF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670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[다음 주 할 일 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AA708-2BE3-40AE-AEA1-1AF623C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429D2-E215-4C3F-B62F-C3F40B1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1960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[다음 주 할 일 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49B44-5E29-463E-85AA-64715732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0D0C0-2693-4F7A-BD3C-C47EA52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721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[다음 주 할 일 3]</a:t>
            </a:r>
          </a:p>
        </p:txBody>
      </p:sp>
    </p:spTree>
    <p:extLst>
      <p:ext uri="{BB962C8B-B14F-4D97-AF65-F5344CB8AC3E}">
        <p14:creationId xmlns:p14="http://schemas.microsoft.com/office/powerpoint/2010/main" val="514573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2026-10-04T20:53:43.2960000Z</dcterms:created>
  <dcterms:modified xsi:type="dcterms:W3CDTF">2026-10-04T20:53:43.2960000Z</dcterms:modified>
</coreProperties>
</file>